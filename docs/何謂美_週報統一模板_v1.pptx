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46304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【部門名稱】｜本週工作進度</a:t>
            </a:r>
            <a:pPr indent="0" marL="0">
              <a:buNone/>
            </a:pPr>
            <a:r>
              <a:rPr lang="en-US" sz="13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【YYYY/MM/DD – MM/DD】（含 N 個工作日）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058400" y="27432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2E3C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0" y="274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主管追蹤版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2670048" cy="896112"/>
          </a:xfrm>
          <a:prstGeom prst="roundRect">
            <a:avLst>
              <a:gd name="adj" fmla="val 5102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2435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本週營收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42646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【NT$______】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75564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進行中團購／訂單數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55848" y="1170432"/>
            <a:ext cx="2670048" cy="896112"/>
          </a:xfrm>
          <a:prstGeom prst="roundRect">
            <a:avLst>
              <a:gd name="adj" fmla="val 5102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2435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上週承諾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42646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【_ / _ 項完成】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75564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未完成請寫原因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08776" y="1170432"/>
            <a:ext cx="2670048" cy="896112"/>
          </a:xfrm>
          <a:prstGeom prst="roundRect">
            <a:avLst>
              <a:gd name="adj" fmla="val 5102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12435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紅燈項目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142646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【_ 項】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175564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其中卡關逾兩週 _ 項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61704" y="1170432"/>
            <a:ext cx="2670048" cy="896112"/>
          </a:xfrm>
          <a:prstGeom prst="roundRect">
            <a:avLst>
              <a:gd name="adj" fmla="val 5102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26296" y="12435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等待他人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142646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【_ 項】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175564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見第 2 頁跨部門依賴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231136"/>
            <a:ext cx="3355848" cy="4023360"/>
          </a:xfrm>
          <a:prstGeom prst="roundRect">
            <a:avLst>
              <a:gd name="adj" fmla="val 1362"/>
            </a:avLst>
          </a:prstGeom>
          <a:solidFill>
            <a:srgbClr val="E8F3E9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395728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2340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綠燈｜本週完成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" y="27432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【事項】＋【數字】—— 例：完成出貨 381 筆（團購 210／一般 171）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【事項】＋【數字】—— 例：CRM 純新品 Email 寄送 1,440 封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寫「完成」的事一定要帶數量、金額或百分比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沒有數字的完成事項，請改放黃燈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16552" y="2231136"/>
            <a:ext cx="3355848" cy="4023360"/>
          </a:xfrm>
          <a:prstGeom prst="roundRect">
            <a:avLst>
              <a:gd name="adj" fmla="val 1362"/>
            </a:avLst>
          </a:prstGeom>
          <a:solidFill>
            <a:srgbClr val="FDF3D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9432" y="2395728"/>
            <a:ext cx="182880" cy="182880"/>
          </a:xfrm>
          <a:prstGeom prst="ellipse">
            <a:avLst/>
          </a:prstGeom>
          <a:solidFill>
            <a:srgbClr val="E09B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55464" y="2340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黃燈｜進行中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27432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【事項】—— 目前進度【_%／第_階段】，預計【MM/DD】完成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【事項】—— 目前進度【__】，預計【MM/DD】完成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每一項都必須有「預計完成日」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沒有完成日的項目，請改放紅燈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30184" y="2231136"/>
            <a:ext cx="3355848" cy="4023360"/>
          </a:xfrm>
          <a:prstGeom prst="roundRect">
            <a:avLst>
              <a:gd name="adj" fmla="val 1362"/>
            </a:avLst>
          </a:prstGeom>
          <a:solidFill>
            <a:srgbClr val="FBE9E9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13064" y="2395728"/>
            <a:ext cx="182880" cy="1828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340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紅燈｜異常／待調整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531352" y="27432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【問題】—— 影響【_ 筆訂單／_ 位顧客／NT$_】，首次出現【MM/DD】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【問題】—— 影響【__】，首次出現【MM/DD】，已卡【_ 天】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紅燈必須寫「影響多大」與「卡多久」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連續三週紅燈 → 自動升級為第 2 頁的老闆決策項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45566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燈號定義｜綠＝本週已完成且可舉證　黃＝正常進行中且有明確完成日　紅＝異常、卡關、需他人決策，或無明確下一步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46304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【部門名稱】｜重要時程與待決事項</a:t>
            </a:r>
            <a:pPr indent="0" marL="0">
              <a:buNone/>
            </a:pPr>
            <a:r>
              <a:rPr lang="en-US" sz="13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【YYYY/MM/DD – MM/DD】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058400" y="27432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2E3C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0" y="274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主管追蹤版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本週重要時程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55778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78892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結果／數量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MM/DD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【事項】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【數字結果】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MM/DD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【事項】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【數字結果】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MM/DD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【事項】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【數字結果】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MM/DD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【事項】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【數字結果】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MM/DD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【事項】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【數字結果】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0" y="1188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跨部門依賴（新增欄位）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536192"/>
            <a:ext cx="5285232" cy="1170432"/>
          </a:xfrm>
          <a:prstGeom prst="roundRect">
            <a:avLst>
              <a:gd name="adj" fmla="val 3906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我在等誰：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【部門／人】的【什麼事】，已等【_ 天】，卡住我的【什麼工作】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1396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誰在等我：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【部門／人】等我的【什麼事】，我承諾【MM/DD】給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852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待老闆拍板決策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3200400"/>
            <a:ext cx="528523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65392" y="3383280"/>
            <a:ext cx="329184" cy="329184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65392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022592" y="33284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【要決定的事】</a:t>
            </a:r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選項 A【__】／選項 B【__】｜不決定的後果：【__】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3986784"/>
            <a:ext cx="528523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65392" y="4169664"/>
            <a:ext cx="329184" cy="329184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65392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022592" y="4114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【要決定的事】</a:t>
            </a:r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選項 A【__】／選項 B【__】｜不決定的後果：【__】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4773168"/>
            <a:ext cx="5285232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65392" y="4956048"/>
            <a:ext cx="329184" cy="329184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65392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022592" y="49011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【要決定的事】</a:t>
            </a:r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選項 A【__】／選項 B【__】｜不決定的後果：【__】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38587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本週產出可舉證連結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02920" y="4206240"/>
            <a:ext cx="5577840" cy="2048256"/>
          </a:xfrm>
          <a:prstGeom prst="roundRect">
            <a:avLst>
              <a:gd name="adj" fmla="val 2232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4370832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報表／後台截圖：【連結或檔名】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社群貼文／影片：【連結】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寄送紀錄：【連結】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訂單／出貨明細：【連結】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沒有佐證的數字，主管一律視為未完成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645566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填寫原則｜數字一律取自系統（Shopline 後台／標籤系統），同一個數字全公司只有一個來源，不自行估算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46304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【部門名稱】｜下週工作計畫</a:t>
            </a:r>
            <a:pPr indent="0" marL="0">
              <a:buNone/>
            </a:pPr>
            <a:r>
              <a:rPr lang="en-US" sz="13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【YYYY/MM/DD – MM/DD】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058400" y="27432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2E3C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0" y="274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執行追蹤版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3355848" cy="2651760"/>
          </a:xfrm>
          <a:prstGeom prst="roundRect">
            <a:avLst>
              <a:gd name="adj" fmla="val 1724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316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高優先｜本週必達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682496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【MM/DD】完成【事項】，交付【具體產出】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【MM/DD】完成【事項】，交付【具體產出】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【MM/DD】完成【事項】，交付【具體產出】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此欄每項下週要逐條結算達成與否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16552" y="1188720"/>
            <a:ext cx="3355848" cy="2651760"/>
          </a:xfrm>
          <a:prstGeom prst="roundRect">
            <a:avLst>
              <a:gd name="adj" fmla="val 1724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316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52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中優先｜正常推進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682496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【事項】—— 預計【MM/DD】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【事項】—— 預計【MM/DD】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【事項】—— 預計【MM/DD】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本週沒做完不算失敗，但要說明順延原因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30184" y="1188720"/>
            <a:ext cx="3355848" cy="2651760"/>
          </a:xfrm>
          <a:prstGeom prst="roundRect">
            <a:avLst>
              <a:gd name="adj" fmla="val 1724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31352" y="1316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8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籌備｜待條件成熟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31352" y="1682496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【事項】—— 需先有【什麼條件】才能啟動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【事項】—— 需先有【什麼條件】才能啟動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卡在別人身上的，同步寫進第 2 頁「我在等誰」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0233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下週日程（只填工作，節慶與假期另註於備註）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370832"/>
            <a:ext cx="21031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" y="4480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MM/DD (一)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" y="473659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70632" y="4370832"/>
            <a:ext cx="21031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16936" y="4480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MM/DD (二)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916936" y="473659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38344" y="4370832"/>
            <a:ext cx="21031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84648" y="4480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MM/DD (三)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184648" y="473659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06056" y="4370832"/>
            <a:ext cx="21031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4480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MM/DD (四)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73659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573768" y="4370832"/>
            <a:ext cx="21031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20072" y="4480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MM/DD (五)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720072" y="473659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【事項】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連假出貨停擺日、到貨預期變動，請寫在此列並同步通知客服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45566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優先級定義｜高＝本週必達，下週結算　中＝正常推進，可順延但須說明　籌備＝條件未到，先卡位不排期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填寫規則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三個部門共用此模板，每週一上午繳交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5760" cy="365760"/>
          </a:xfrm>
          <a:prstGeom prst="ellipse">
            <a:avLst/>
          </a:prstGeom>
          <a:solidFill>
            <a:srgbClr val="2E3C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499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每個完成事項都要有數字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49961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「完成出貨」不算，「出貨 381 筆」才算。沒有數字的請放黃燈。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365760" cy="365760"/>
          </a:xfrm>
          <a:prstGeom prst="ellipse">
            <a:avLst/>
          </a:prstGeom>
          <a:solidFill>
            <a:srgbClr val="2E3C4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185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紅燈要寫影響範圍與卡關天數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18541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「部分訂單無法出貨」不算，「缺貨 77 支、影響 59 筆訂單、卡 4 天」才算。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365760" cy="365760"/>
          </a:xfrm>
          <a:prstGeom prst="ellipse">
            <a:avLst/>
          </a:prstGeom>
          <a:solidFill>
            <a:srgbClr val="2E3C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同一個數字全公司一個來源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87121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寄送數以標籤系統為準，營收以 Shopline 後台為準。兩個部門報同一件事前先對數。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2E3C4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557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上週承諾要結算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55701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頁的「上週承諾」欄位，未完成須寫原因，不可略過。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297680"/>
            <a:ext cx="365760" cy="365760"/>
          </a:xfrm>
          <a:prstGeom prst="ellipse">
            <a:avLst/>
          </a:prstGeom>
          <a:solidFill>
            <a:srgbClr val="2E3C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242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專有名詞第一次出現要解釋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24281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例如「問題 13」請寫成「問題 13（功效宣稱法規審查）」。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983480"/>
            <a:ext cx="365760" cy="365760"/>
          </a:xfrm>
          <a:prstGeom prst="ellipse">
            <a:avLst/>
          </a:prstGeom>
          <a:solidFill>
            <a:srgbClr val="2E3C4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928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跨部門的事要標出來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92861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你在等誰、誰在等你，寫進第 2 頁。這是主管排解卡關的依據。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669280"/>
            <a:ext cx="365760" cy="365760"/>
          </a:xfrm>
          <a:prstGeom prst="ellipse">
            <a:avLst/>
          </a:prstGeom>
          <a:solidFill>
            <a:srgbClr val="2E3C4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5614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節慶不是工作項目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561441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中秋、教師節不佔時程格；要寫的是連假對出貨與客服的影響。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41908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何鑽美國際有限公司　HEIWEI INTERNATIONAL CO., LTD.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何謂美_週報統一模板</dc:title>
  <dc:subject>PptxGenJS Presentation</dc:subject>
  <dc:creator>HEIWEI 何謂美</dc:creator>
  <cp:lastModifiedBy>HEIWEI 何謂美</cp:lastModifiedBy>
  <cp:revision>1</cp:revision>
  <dcterms:created xsi:type="dcterms:W3CDTF">2026-09-24T03:03:12Z</dcterms:created>
  <dcterms:modified xsi:type="dcterms:W3CDTF">2026-09-24T03:03:12Z</dcterms:modified>
</cp:coreProperties>
</file>